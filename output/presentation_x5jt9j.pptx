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CyberQuest Agentic Defense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CyberQuest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CyberQuest is a training program for agentic defense</a:t>
            </a:r>
          </a:p>
          <a:p>
            <a:r>
              <a:t>It focuses on proactive defense strategies</a:t>
            </a:r>
          </a:p>
          <a:p>
            <a:r>
              <a:t>And provides hands-on training for security professionals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Processing Media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Error processing media file is a common issue</a:t>
            </a:r>
          </a:p>
          <a:p>
            <a:r>
              <a:t>It can occur due to corrupted files or incorrect file formats</a:t>
            </a:r>
          </a:p>
          <a:p>
            <a:r>
              <a:t>To resolve this issue, check the file integrity and format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Defense Training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defense training is a comprehensive program</a:t>
            </a:r>
          </a:p>
          <a:p>
            <a:r>
              <a:t>It covers various aspects of cybersecurity and defense</a:t>
            </a:r>
          </a:p>
          <a:p>
            <a:r>
              <a:t>Including threat analysis, risk management, and incident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Agentic Defense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Agentic defense training provides numerous benefits</a:t>
            </a:r>
          </a:p>
          <a:p>
            <a:r>
              <a:t>Including improved security posture and reduced risk</a:t>
            </a:r>
          </a:p>
          <a:p>
            <a:r>
              <a:t>Enhanced incident response and threat detection capabilities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Program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training program consists of several modules</a:t>
            </a:r>
          </a:p>
          <a:p>
            <a:r>
              <a:t>Each module focuses on a specific aspect of agentic defense</a:t>
            </a:r>
          </a:p>
          <a:p>
            <a:r>
              <a:t>Including hands-on training and real-world scenarios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conclusion, CyberQuest agentic defense training</a:t>
            </a:r>
          </a:p>
          <a:p>
            <a:r>
              <a:t>Is a comprehensive program for security professionals</a:t>
            </a:r>
          </a:p>
          <a:p>
            <a:r>
              <a:t>It provides hands-on training and improves security posture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Based on the analysis, we recommend</a:t>
            </a:r>
          </a:p>
          <a:p>
            <a:r>
              <a:t>Implementing agentic defense training for security teams</a:t>
            </a:r>
          </a:p>
          <a:p>
            <a:r>
              <a:t>And providing regular updates and training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Future directions for CyberQuest agentic defense training</a:t>
            </a:r>
          </a:p>
          <a:p>
            <a:r>
              <a:t>Include expanding the program to cover emerging threats</a:t>
            </a:r>
          </a:p>
          <a:p>
            <a:r>
              <a:t>And incorporating new technologies and techniques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