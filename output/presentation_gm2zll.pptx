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3600">
                <a:solidFill>
                  <a:srgbClr val="FFFFFF"/>
                </a:solidFill>
                <a:latin typeface="Arial"/>
              </a:defRPr>
            </a:pPr>
            <a:r>
              <a:t>CyberQuest Agentic Defense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4114800"/>
            <a:ext cx="7315200" cy="457200"/>
          </a:xfrm>
          <a:prstGeom prst="rect">
            <a:avLst/>
          </a:prstGeom>
          <a:solidFill>
            <a:srgbClr val="FFA5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solidFill>
            <a:srgbClr val="FFA5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FFFFF"/>
                </a:solidFill>
                <a:latin typeface="Arial"/>
              </a:defRPr>
            </a:pPr>
            <a:r>
              <a:t>Content Slide 1</a:t>
            </a:r>
          </a:p>
          <a:p>
            <a:pPr algn="l">
              <a:defRPr sz="1800">
                <a:solidFill>
                  <a:srgbClr val="FFFFFF"/>
                </a:solidFill>
                <a:latin typeface="Arial"/>
              </a:defRPr>
            </a:pPr>
            <a:r>
              <a:t>Point 1</a:t>
            </a:r>
          </a:p>
          <a:p>
            <a:pPr algn="l">
              <a:defRPr sz="1800">
                <a:solidFill>
                  <a:srgbClr val="FFFFFF"/>
                </a:solidFill>
                <a:latin typeface="Arial"/>
              </a:defRPr>
            </a:pPr>
            <a:r>
              <a:t>Point 2</a:t>
            </a:r>
          </a:p>
          <a:p>
            <a:pPr algn="l">
              <a:defRPr sz="1800">
                <a:solidFill>
                  <a:srgbClr val="FFFFFF"/>
                </a:solidFill>
                <a:latin typeface="Arial"/>
              </a:defRPr>
            </a:pPr>
            <a:r>
              <a:t>Point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solidFill>
            <a:srgbClr val="FFA5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FFFFF"/>
                </a:solidFill>
                <a:latin typeface="Arial"/>
              </a:defRPr>
            </a:pPr>
            <a:r>
              <a:t>Content Slide 2</a:t>
            </a:r>
          </a:p>
          <a:p>
            <a:pPr algn="l">
              <a:defRPr sz="1800">
                <a:solidFill>
                  <a:srgbClr val="FFFFFF"/>
                </a:solidFill>
                <a:latin typeface="Arial"/>
              </a:defRPr>
            </a:pPr>
            <a:r>
              <a:t>Point 1</a:t>
            </a:r>
          </a:p>
          <a:p>
            <a:pPr algn="l">
              <a:defRPr sz="1800">
                <a:solidFill>
                  <a:srgbClr val="FFFFFF"/>
                </a:solidFill>
                <a:latin typeface="Arial"/>
              </a:defRPr>
            </a:pPr>
            <a:r>
              <a:t>Point 2</a:t>
            </a:r>
          </a:p>
          <a:p>
            <a:pPr algn="l">
              <a:defRPr sz="1800">
                <a:solidFill>
                  <a:srgbClr val="FFFFFF"/>
                </a:solidFill>
                <a:latin typeface="Arial"/>
              </a:defRPr>
            </a:pPr>
            <a:r>
              <a:t>Point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solidFill>
            <a:srgbClr val="FFA5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FFFFF"/>
                </a:solidFill>
                <a:latin typeface="Arial"/>
              </a:defRPr>
            </a:pPr>
            <a:r>
              <a:t>Content Slide 3</a:t>
            </a:r>
          </a:p>
          <a:p>
            <a:pPr algn="l">
              <a:defRPr sz="1800">
                <a:solidFill>
                  <a:srgbClr val="FFFFFF"/>
                </a:solidFill>
                <a:latin typeface="Arial"/>
              </a:defRPr>
            </a:pPr>
            <a:r>
              <a:t>Point 1</a:t>
            </a:r>
          </a:p>
          <a:p>
            <a:pPr algn="l">
              <a:defRPr sz="1800">
                <a:solidFill>
                  <a:srgbClr val="FFFFFF"/>
                </a:solidFill>
                <a:latin typeface="Arial"/>
              </a:defRPr>
            </a:pPr>
            <a:r>
              <a:t>Point 2</a:t>
            </a:r>
          </a:p>
          <a:p>
            <a:pPr algn="l">
              <a:defRPr sz="1800">
                <a:solidFill>
                  <a:srgbClr val="FFFFFF"/>
                </a:solidFill>
                <a:latin typeface="Arial"/>
              </a:defRPr>
            </a:pPr>
            <a:r>
              <a:t>Point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solidFill>
            <a:srgbClr val="FFA5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FFFFF"/>
                </a:solidFill>
                <a:latin typeface="Arial"/>
              </a:defRPr>
            </a:pPr>
            <a:r>
              <a:t>Content Slide 4</a:t>
            </a:r>
          </a:p>
          <a:p>
            <a:pPr algn="l">
              <a:defRPr sz="1800">
                <a:solidFill>
                  <a:srgbClr val="FFFFFF"/>
                </a:solidFill>
                <a:latin typeface="Arial"/>
              </a:defRPr>
            </a:pPr>
            <a:r>
              <a:t>Point 1</a:t>
            </a:r>
          </a:p>
          <a:p>
            <a:pPr algn="l">
              <a:defRPr sz="1800">
                <a:solidFill>
                  <a:srgbClr val="FFFFFF"/>
                </a:solidFill>
                <a:latin typeface="Arial"/>
              </a:defRPr>
            </a:pPr>
            <a:r>
              <a:t>Point 2</a:t>
            </a:r>
          </a:p>
          <a:p>
            <a:pPr algn="l">
              <a:defRPr sz="1800">
                <a:solidFill>
                  <a:srgbClr val="FFFFFF"/>
                </a:solidFill>
                <a:latin typeface="Arial"/>
              </a:defRPr>
            </a:pPr>
            <a:r>
              <a:t>Point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solidFill>
            <a:srgbClr val="FFA5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FFFFF"/>
                </a:solidFill>
                <a:latin typeface="Arial"/>
              </a:defRPr>
            </a:pPr>
            <a:r>
              <a:t>Content Slide 5</a:t>
            </a:r>
          </a:p>
          <a:p>
            <a:pPr algn="l">
              <a:defRPr sz="1800">
                <a:solidFill>
                  <a:srgbClr val="FFFFFF"/>
                </a:solidFill>
                <a:latin typeface="Arial"/>
              </a:defRPr>
            </a:pPr>
            <a:r>
              <a:t>Point 1</a:t>
            </a:r>
          </a:p>
          <a:p>
            <a:pPr algn="l">
              <a:defRPr sz="1800">
                <a:solidFill>
                  <a:srgbClr val="FFFFFF"/>
                </a:solidFill>
                <a:latin typeface="Arial"/>
              </a:defRPr>
            </a:pPr>
            <a:r>
              <a:t>Point 2</a:t>
            </a:r>
          </a:p>
          <a:p>
            <a:pPr algn="l">
              <a:defRPr sz="1800">
                <a:solidFill>
                  <a:srgbClr val="FFFFFF"/>
                </a:solidFill>
                <a:latin typeface="Arial"/>
              </a:defRPr>
            </a:pPr>
            <a:r>
              <a:t>Point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solidFill>
            <a:srgbClr val="FFA5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FFFFF"/>
                </a:solidFill>
                <a:latin typeface="Arial"/>
              </a:defRPr>
            </a:pPr>
            <a:r>
              <a:t>Content Slide 6</a:t>
            </a:r>
          </a:p>
          <a:p>
            <a:pPr algn="l">
              <a:defRPr sz="1800">
                <a:solidFill>
                  <a:srgbClr val="FFFFFF"/>
                </a:solidFill>
                <a:latin typeface="Arial"/>
              </a:defRPr>
            </a:pPr>
            <a:r>
              <a:t>Point 1</a:t>
            </a:r>
          </a:p>
          <a:p>
            <a:pPr algn="l">
              <a:defRPr sz="1800">
                <a:solidFill>
                  <a:srgbClr val="FFFFFF"/>
                </a:solidFill>
                <a:latin typeface="Arial"/>
              </a:defRPr>
            </a:pPr>
            <a:r>
              <a:t>Point 2</a:t>
            </a:r>
          </a:p>
          <a:p>
            <a:pPr algn="l">
              <a:defRPr sz="1800">
                <a:solidFill>
                  <a:srgbClr val="FFFFFF"/>
                </a:solidFill>
                <a:latin typeface="Arial"/>
              </a:defRPr>
            </a:pPr>
            <a:r>
              <a:t>Point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3600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4114800"/>
            <a:ext cx="7315200" cy="457200"/>
          </a:xfrm>
          <a:prstGeom prst="rect">
            <a:avLst/>
          </a:prstGeom>
          <a:solidFill>
            <a:srgbClr val="FFA5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